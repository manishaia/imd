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53DC3D-E5A6-54BA-B06A-0D6999879F26}" name="Joseph Kihara" initials="JK" userId="S::joseph.k@africaia.com::89b38e7e-ff17-4223-9856-6d82edda0c7c" providerId="AD"/>
  <p188:author id="{4FB70E76-F9A7-3CBF-65ED-4938177A5749}" name="Lwandle Fakazi" initials="LF" userId="S::Lwandle.F@africaia.com::8b2cd135-1005-40cc-a9e1-d1aab93565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Ramjeawon" userId="530ca382-ae44-4c47-aaca-bb6bff7153ab" providerId="ADAL" clId="{6E2EA97F-3E5A-492B-BEEE-3E1117A14E7A}"/>
    <pc:docChg chg="undo redo custSel addSld delSld modSld sldOrd addSection modSection">
      <pc:chgData name="Manish Ramjeawon" userId="530ca382-ae44-4c47-aaca-bb6bff7153ab" providerId="ADAL" clId="{6E2EA97F-3E5A-492B-BEEE-3E1117A14E7A}" dt="2024-04-15T12:10:23.200" v="2356" actId="729"/>
      <pc:docMkLst>
        <pc:docMk/>
      </pc:docMkLst>
      <pc:sldChg chg="modSp mod modShow">
        <pc:chgData name="Manish Ramjeawon" userId="530ca382-ae44-4c47-aaca-bb6bff7153ab" providerId="ADAL" clId="{6E2EA97F-3E5A-492B-BEEE-3E1117A14E7A}" dt="2024-04-15T06:46:19.748" v="2354" actId="313"/>
        <pc:sldMkLst>
          <pc:docMk/>
          <pc:sldMk cId="3651359152" sldId="258"/>
        </pc:sldMkLst>
      </pc:sldChg>
      <pc:sldChg chg="modSp mod modShow">
        <pc:chgData name="Manish Ramjeawon" userId="530ca382-ae44-4c47-aaca-bb6bff7153ab" providerId="ADAL" clId="{6E2EA97F-3E5A-492B-BEEE-3E1117A14E7A}" dt="2024-04-05T10:09:19.206" v="759" actId="729"/>
        <pc:sldMkLst>
          <pc:docMk/>
          <pc:sldMk cId="1538911399" sldId="6159"/>
        </pc:sldMkLst>
      </pc:sldChg>
      <pc:sldChg chg="addSp delSp modSp new mod modClrScheme modShow chgLayout">
        <pc:chgData name="Manish Ramjeawon" userId="530ca382-ae44-4c47-aaca-bb6bff7153ab" providerId="ADAL" clId="{6E2EA97F-3E5A-492B-BEEE-3E1117A14E7A}" dt="2024-04-15T12:10:23.200" v="2356" actId="729"/>
        <pc:sldMkLst>
          <pc:docMk/>
          <pc:sldMk cId="998106929" sldId="6160"/>
        </pc:sldMkLst>
      </pc:sldChg>
      <pc:sldChg chg="addSp delSp modSp add mod">
        <pc:chgData name="Manish Ramjeawon" userId="530ca382-ae44-4c47-aaca-bb6bff7153ab" providerId="ADAL" clId="{6E2EA97F-3E5A-492B-BEEE-3E1117A14E7A}" dt="2024-04-08T15:11:28.852" v="1704" actId="242"/>
        <pc:sldMkLst>
          <pc:docMk/>
          <pc:sldMk cId="1269589545" sldId="6161"/>
        </pc:sldMkLst>
      </pc:sldChg>
      <pc:sldChg chg="new del">
        <pc:chgData name="Manish Ramjeawon" userId="530ca382-ae44-4c47-aaca-bb6bff7153ab" providerId="ADAL" clId="{6E2EA97F-3E5A-492B-BEEE-3E1117A14E7A}" dt="2024-04-05T10:07:40.633" v="710" actId="47"/>
        <pc:sldMkLst>
          <pc:docMk/>
          <pc:sldMk cId="2516258288" sldId="6162"/>
        </pc:sldMkLst>
      </pc:sldChg>
      <pc:sldChg chg="new del">
        <pc:chgData name="Manish Ramjeawon" userId="530ca382-ae44-4c47-aaca-bb6bff7153ab" providerId="ADAL" clId="{6E2EA97F-3E5A-492B-BEEE-3E1117A14E7A}" dt="2024-04-05T09:04:02.477" v="191" actId="680"/>
        <pc:sldMkLst>
          <pc:docMk/>
          <pc:sldMk cId="2795445768" sldId="6162"/>
        </pc:sldMkLst>
      </pc:sldChg>
      <pc:sldChg chg="add del">
        <pc:chgData name="Manish Ramjeawon" userId="530ca382-ae44-4c47-aaca-bb6bff7153ab" providerId="ADAL" clId="{6E2EA97F-3E5A-492B-BEEE-3E1117A14E7A}" dt="2024-04-05T10:07:41.545" v="711" actId="47"/>
        <pc:sldMkLst>
          <pc:docMk/>
          <pc:sldMk cId="608708180" sldId="6163"/>
        </pc:sldMkLst>
      </pc:sldChg>
      <pc:sldChg chg="add del">
        <pc:chgData name="Manish Ramjeawon" userId="530ca382-ae44-4c47-aaca-bb6bff7153ab" providerId="ADAL" clId="{6E2EA97F-3E5A-492B-BEEE-3E1117A14E7A}" dt="2024-04-05T10:07:42.501" v="712" actId="47"/>
        <pc:sldMkLst>
          <pc:docMk/>
          <pc:sldMk cId="2544411144" sldId="6164"/>
        </pc:sldMkLst>
      </pc:sldChg>
      <pc:sldChg chg="add del">
        <pc:chgData name="Manish Ramjeawon" userId="530ca382-ae44-4c47-aaca-bb6bff7153ab" providerId="ADAL" clId="{6E2EA97F-3E5A-492B-BEEE-3E1117A14E7A}" dt="2024-04-05T10:07:43.316" v="713" actId="47"/>
        <pc:sldMkLst>
          <pc:docMk/>
          <pc:sldMk cId="1839925226" sldId="6165"/>
        </pc:sldMkLst>
      </pc:sldChg>
      <pc:sldChg chg="addSp delSp modSp add del mod ord">
        <pc:chgData name="Manish Ramjeawon" userId="530ca382-ae44-4c47-aaca-bb6bff7153ab" providerId="ADAL" clId="{6E2EA97F-3E5A-492B-BEEE-3E1117A14E7A}" dt="2024-04-10T09:39:44.367" v="1963" actId="47"/>
        <pc:sldMkLst>
          <pc:docMk/>
          <pc:sldMk cId="3414967424" sldId="6166"/>
        </pc:sldMkLst>
      </pc:sldChg>
      <pc:sldChg chg="modSp add del mod">
        <pc:chgData name="Manish Ramjeawon" userId="530ca382-ae44-4c47-aaca-bb6bff7153ab" providerId="ADAL" clId="{6E2EA97F-3E5A-492B-BEEE-3E1117A14E7A}" dt="2024-04-08T14:29:57.602" v="1569" actId="47"/>
        <pc:sldMkLst>
          <pc:docMk/>
          <pc:sldMk cId="88408434" sldId="6167"/>
        </pc:sldMkLst>
      </pc:sldChg>
      <pc:sldChg chg="modSp add del mod ord">
        <pc:chgData name="Manish Ramjeawon" userId="530ca382-ae44-4c47-aaca-bb6bff7153ab" providerId="ADAL" clId="{6E2EA97F-3E5A-492B-BEEE-3E1117A14E7A}" dt="2024-04-10T09:22:05.644" v="1813" actId="47"/>
        <pc:sldMkLst>
          <pc:docMk/>
          <pc:sldMk cId="13368644" sldId="6168"/>
        </pc:sldMkLst>
      </pc:sldChg>
      <pc:sldChg chg="modSp add mod">
        <pc:chgData name="Manish Ramjeawon" userId="530ca382-ae44-4c47-aaca-bb6bff7153ab" providerId="ADAL" clId="{6E2EA97F-3E5A-492B-BEEE-3E1117A14E7A}" dt="2024-04-05T10:08:18.985" v="752" actId="207"/>
        <pc:sldMkLst>
          <pc:docMk/>
          <pc:sldMk cId="1963358690" sldId="6169"/>
        </pc:sldMkLst>
      </pc:sldChg>
      <pc:sldChg chg="modSp add mod">
        <pc:chgData name="Manish Ramjeawon" userId="530ca382-ae44-4c47-aaca-bb6bff7153ab" providerId="ADAL" clId="{6E2EA97F-3E5A-492B-BEEE-3E1117A14E7A}" dt="2024-04-05T10:08:26.512" v="755" actId="207"/>
        <pc:sldMkLst>
          <pc:docMk/>
          <pc:sldMk cId="4201380253" sldId="6170"/>
        </pc:sldMkLst>
      </pc:sldChg>
      <pc:sldChg chg="modSp add mod">
        <pc:chgData name="Manish Ramjeawon" userId="530ca382-ae44-4c47-aaca-bb6bff7153ab" providerId="ADAL" clId="{6E2EA97F-3E5A-492B-BEEE-3E1117A14E7A}" dt="2024-04-05T10:08:35.502" v="757" actId="207"/>
        <pc:sldMkLst>
          <pc:docMk/>
          <pc:sldMk cId="1137999583" sldId="6171"/>
        </pc:sldMkLst>
      </pc:sldChg>
      <pc:sldChg chg="add del">
        <pc:chgData name="Manish Ramjeawon" userId="530ca382-ae44-4c47-aaca-bb6bff7153ab" providerId="ADAL" clId="{6E2EA97F-3E5A-492B-BEEE-3E1117A14E7A}" dt="2024-04-08T13:01:08.627" v="1148" actId="47"/>
        <pc:sldMkLst>
          <pc:docMk/>
          <pc:sldMk cId="2869504237" sldId="6172"/>
        </pc:sldMkLst>
      </pc:sldChg>
      <pc:sldChg chg="add del">
        <pc:chgData name="Manish Ramjeawon" userId="530ca382-ae44-4c47-aaca-bb6bff7153ab" providerId="ADAL" clId="{6E2EA97F-3E5A-492B-BEEE-3E1117A14E7A}" dt="2024-04-08T13:01:07.384" v="1147" actId="47"/>
        <pc:sldMkLst>
          <pc:docMk/>
          <pc:sldMk cId="3742608033" sldId="6173"/>
        </pc:sldMkLst>
      </pc:sldChg>
      <pc:sldChg chg="modSp add del mod modShow">
        <pc:chgData name="Manish Ramjeawon" userId="530ca382-ae44-4c47-aaca-bb6bff7153ab" providerId="ADAL" clId="{6E2EA97F-3E5A-492B-BEEE-3E1117A14E7A}" dt="2024-04-10T10:08:35.133" v="2075" actId="47"/>
        <pc:sldMkLst>
          <pc:docMk/>
          <pc:sldMk cId="1787918506" sldId="6174"/>
        </pc:sldMkLst>
      </pc:sldChg>
      <pc:sldChg chg="modSp add mod ord">
        <pc:chgData name="Manish Ramjeawon" userId="530ca382-ae44-4c47-aaca-bb6bff7153ab" providerId="ADAL" clId="{6E2EA97F-3E5A-492B-BEEE-3E1117A14E7A}" dt="2024-04-09T06:34:21.933" v="1716"/>
        <pc:sldMkLst>
          <pc:docMk/>
          <pc:sldMk cId="810080839" sldId="6175"/>
        </pc:sldMkLst>
      </pc:sldChg>
      <pc:sldChg chg="add del">
        <pc:chgData name="Manish Ramjeawon" userId="530ca382-ae44-4c47-aaca-bb6bff7153ab" providerId="ADAL" clId="{6E2EA97F-3E5A-492B-BEEE-3E1117A14E7A}" dt="2024-04-08T13:12:57.099" v="1222" actId="47"/>
        <pc:sldMkLst>
          <pc:docMk/>
          <pc:sldMk cId="2176830569" sldId="6175"/>
        </pc:sldMkLst>
      </pc:sldChg>
      <pc:sldChg chg="modSp add mod">
        <pc:chgData name="Manish Ramjeawon" userId="530ca382-ae44-4c47-aaca-bb6bff7153ab" providerId="ADAL" clId="{6E2EA97F-3E5A-492B-BEEE-3E1117A14E7A}" dt="2024-04-08T14:46:27.035" v="1689" actId="20577"/>
        <pc:sldMkLst>
          <pc:docMk/>
          <pc:sldMk cId="2135715874" sldId="6176"/>
        </pc:sldMkLst>
      </pc:sldChg>
      <pc:sldChg chg="modSp add mod ord">
        <pc:chgData name="Manish Ramjeawon" userId="530ca382-ae44-4c47-aaca-bb6bff7153ab" providerId="ADAL" clId="{6E2EA97F-3E5A-492B-BEEE-3E1117A14E7A}" dt="2024-04-09T07:02:58.820" v="1762" actId="6549"/>
        <pc:sldMkLst>
          <pc:docMk/>
          <pc:sldMk cId="325359723" sldId="6177"/>
        </pc:sldMkLst>
      </pc:sldChg>
      <pc:sldChg chg="modSp add del mod">
        <pc:chgData name="Manish Ramjeawon" userId="530ca382-ae44-4c47-aaca-bb6bff7153ab" providerId="ADAL" clId="{6E2EA97F-3E5A-492B-BEEE-3E1117A14E7A}" dt="2024-04-08T14:30:14.089" v="1572" actId="47"/>
        <pc:sldMkLst>
          <pc:docMk/>
          <pc:sldMk cId="2767724689" sldId="6178"/>
        </pc:sldMkLst>
      </pc:sldChg>
      <pc:sldChg chg="modSp add mod ord">
        <pc:chgData name="Manish Ramjeawon" userId="530ca382-ae44-4c47-aaca-bb6bff7153ab" providerId="ADAL" clId="{6E2EA97F-3E5A-492B-BEEE-3E1117A14E7A}" dt="2024-04-09T06:34:09.845" v="1714"/>
        <pc:sldMkLst>
          <pc:docMk/>
          <pc:sldMk cId="3644808325" sldId="6179"/>
        </pc:sldMkLst>
      </pc:sldChg>
      <pc:sldChg chg="modSp add mod">
        <pc:chgData name="Manish Ramjeawon" userId="530ca382-ae44-4c47-aaca-bb6bff7153ab" providerId="ADAL" clId="{6E2EA97F-3E5A-492B-BEEE-3E1117A14E7A}" dt="2024-04-08T14:45:49.594" v="1669" actId="20577"/>
        <pc:sldMkLst>
          <pc:docMk/>
          <pc:sldMk cId="2405104160" sldId="6180"/>
        </pc:sldMkLst>
      </pc:sldChg>
      <pc:sldChg chg="modSp add mod">
        <pc:chgData name="Manish Ramjeawon" userId="530ca382-ae44-4c47-aaca-bb6bff7153ab" providerId="ADAL" clId="{6E2EA97F-3E5A-492B-BEEE-3E1117A14E7A}" dt="2024-04-10T11:46:22.421" v="2242" actId="20577"/>
        <pc:sldMkLst>
          <pc:docMk/>
          <pc:sldMk cId="4119020478" sldId="6181"/>
        </pc:sldMkLst>
      </pc:sldChg>
      <pc:sldChg chg="modSp add del mod">
        <pc:chgData name="Manish Ramjeawon" userId="530ca382-ae44-4c47-aaca-bb6bff7153ab" providerId="ADAL" clId="{6E2EA97F-3E5A-492B-BEEE-3E1117A14E7A}" dt="2024-04-10T09:28:05.575" v="1888" actId="47"/>
        <pc:sldMkLst>
          <pc:docMk/>
          <pc:sldMk cId="2107200044" sldId="6182"/>
        </pc:sldMkLst>
      </pc:sldChg>
      <pc:sldChg chg="modSp add mod">
        <pc:chgData name="Manish Ramjeawon" userId="530ca382-ae44-4c47-aaca-bb6bff7153ab" providerId="ADAL" clId="{6E2EA97F-3E5A-492B-BEEE-3E1117A14E7A}" dt="2024-04-10T11:46:28.357" v="2243"/>
        <pc:sldMkLst>
          <pc:docMk/>
          <pc:sldMk cId="2243316350" sldId="6183"/>
        </pc:sldMkLst>
      </pc:sldChg>
      <pc:sldChg chg="modSp add del mod">
        <pc:chgData name="Manish Ramjeawon" userId="530ca382-ae44-4c47-aaca-bb6bff7153ab" providerId="ADAL" clId="{6E2EA97F-3E5A-492B-BEEE-3E1117A14E7A}" dt="2024-04-10T09:23:44.609" v="1831"/>
        <pc:sldMkLst>
          <pc:docMk/>
          <pc:sldMk cId="3469475362" sldId="6183"/>
        </pc:sldMkLst>
      </pc:sldChg>
      <pc:sldChg chg="add del">
        <pc:chgData name="Manish Ramjeawon" userId="530ca382-ae44-4c47-aaca-bb6bff7153ab" providerId="ADAL" clId="{6E2EA97F-3E5A-492B-BEEE-3E1117A14E7A}" dt="2024-04-10T09:39:45.357" v="1964" actId="47"/>
        <pc:sldMkLst>
          <pc:docMk/>
          <pc:sldMk cId="3915357349" sldId="6184"/>
        </pc:sldMkLst>
      </pc:sldChg>
      <pc:sldChg chg="add del">
        <pc:chgData name="Manish Ramjeawon" userId="530ca382-ae44-4c47-aaca-bb6bff7153ab" providerId="ADAL" clId="{6E2EA97F-3E5A-492B-BEEE-3E1117A14E7A}" dt="2024-04-10T09:40:34.003" v="1979" actId="47"/>
        <pc:sldMkLst>
          <pc:docMk/>
          <pc:sldMk cId="3373032349" sldId="6185"/>
        </pc:sldMkLst>
      </pc:sldChg>
      <pc:sldChg chg="modSp add mod ord">
        <pc:chgData name="Manish Ramjeawon" userId="530ca382-ae44-4c47-aaca-bb6bff7153ab" providerId="ADAL" clId="{6E2EA97F-3E5A-492B-BEEE-3E1117A14E7A}" dt="2024-04-10T11:46:56.994" v="2271"/>
        <pc:sldMkLst>
          <pc:docMk/>
          <pc:sldMk cId="1687052846" sldId="6186"/>
        </pc:sldMkLst>
      </pc:sldChg>
      <pc:sldChg chg="modSp add mod">
        <pc:chgData name="Manish Ramjeawon" userId="530ca382-ae44-4c47-aaca-bb6bff7153ab" providerId="ADAL" clId="{6E2EA97F-3E5A-492B-BEEE-3E1117A14E7A}" dt="2024-04-10T11:48:23.799" v="2351" actId="14100"/>
        <pc:sldMkLst>
          <pc:docMk/>
          <pc:sldMk cId="1298911114" sldId="6187"/>
        </pc:sldMkLst>
      </pc:sldChg>
      <pc:sldChg chg="modSp add del mod">
        <pc:chgData name="Manish Ramjeawon" userId="530ca382-ae44-4c47-aaca-bb6bff7153ab" providerId="ADAL" clId="{6E2EA97F-3E5A-492B-BEEE-3E1117A14E7A}" dt="2024-04-10T09:40:02.315" v="1977"/>
        <pc:sldMkLst>
          <pc:docMk/>
          <pc:sldMk cId="1568272507" sldId="6187"/>
        </pc:sldMkLst>
      </pc:sldChg>
      <pc:sldChg chg="modSp add del mod">
        <pc:chgData name="Manish Ramjeawon" userId="530ca382-ae44-4c47-aaca-bb6bff7153ab" providerId="ADAL" clId="{6E2EA97F-3E5A-492B-BEEE-3E1117A14E7A}" dt="2024-04-10T10:07:17.358" v="2069" actId="47"/>
        <pc:sldMkLst>
          <pc:docMk/>
          <pc:sldMk cId="788511092" sldId="6188"/>
        </pc:sldMkLst>
      </pc:sldChg>
      <pc:sldChg chg="modSp add mod">
        <pc:chgData name="Manish Ramjeawon" userId="530ca382-ae44-4c47-aaca-bb6bff7153ab" providerId="ADAL" clId="{6E2EA97F-3E5A-492B-BEEE-3E1117A14E7A}" dt="2024-04-10T11:48:09.350" v="2347" actId="14100"/>
        <pc:sldMkLst>
          <pc:docMk/>
          <pc:sldMk cId="2738679399" sldId="6189"/>
        </pc:sldMkLst>
      </pc:sldChg>
      <pc:sldChg chg="modSp add mod">
        <pc:chgData name="Manish Ramjeawon" userId="530ca382-ae44-4c47-aaca-bb6bff7153ab" providerId="ADAL" clId="{6E2EA97F-3E5A-492B-BEEE-3E1117A14E7A}" dt="2024-04-15T11:49:51.151" v="2355" actId="313"/>
        <pc:sldMkLst>
          <pc:docMk/>
          <pc:sldMk cId="1420572037" sldId="6190"/>
        </pc:sldMkLst>
      </pc:sldChg>
    </pc:docChg>
  </pc:docChgLst>
  <pc:docChgLst>
    <pc:chgData name="Manish Ramjeawon" userId="530ca382-ae44-4c47-aaca-bb6bff7153ab" providerId="ADAL" clId="{936D9B8D-8FEA-43B8-9E8D-06340978EAC5}"/>
    <pc:docChg chg="undo redo custSel addSld delSld modSld sldOrd addSection delSection modSection">
      <pc:chgData name="Manish Ramjeawon" userId="530ca382-ae44-4c47-aaca-bb6bff7153ab" providerId="ADAL" clId="{936D9B8D-8FEA-43B8-9E8D-06340978EAC5}" dt="2024-09-03T14:47:30.193" v="1977" actId="20577"/>
      <pc:docMkLst>
        <pc:docMk/>
      </pc:docMkLst>
      <pc:sldChg chg="modSp mod">
        <pc:chgData name="Manish Ramjeawon" userId="530ca382-ae44-4c47-aaca-bb6bff7153ab" providerId="ADAL" clId="{936D9B8D-8FEA-43B8-9E8D-06340978EAC5}" dt="2024-09-03T12:54:26.878" v="504" actId="313"/>
        <pc:sldMkLst>
          <pc:docMk/>
          <pc:sldMk cId="3651359152" sldId="258"/>
        </pc:sldMkLst>
      </pc:sldChg>
      <pc:sldChg chg="modSp del mod">
        <pc:chgData name="Manish Ramjeawon" userId="530ca382-ae44-4c47-aaca-bb6bff7153ab" providerId="ADAL" clId="{936D9B8D-8FEA-43B8-9E8D-06340978EAC5}" dt="2024-09-03T12:53:49.783" v="499" actId="47"/>
        <pc:sldMkLst>
          <pc:docMk/>
          <pc:sldMk cId="1538911399" sldId="6159"/>
        </pc:sldMkLst>
      </pc:sldChg>
      <pc:sldChg chg="del">
        <pc:chgData name="Manish Ramjeawon" userId="530ca382-ae44-4c47-aaca-bb6bff7153ab" providerId="ADAL" clId="{936D9B8D-8FEA-43B8-9E8D-06340978EAC5}" dt="2024-09-02T12:33:41.577" v="48" actId="47"/>
        <pc:sldMkLst>
          <pc:docMk/>
          <pc:sldMk cId="998106929" sldId="6160"/>
        </pc:sldMkLst>
      </pc:sldChg>
      <pc:sldChg chg="addSp delSp modSp new del mod modClrScheme chgLayout">
        <pc:chgData name="Manish Ramjeawon" userId="530ca382-ae44-4c47-aaca-bb6bff7153ab" providerId="ADAL" clId="{936D9B8D-8FEA-43B8-9E8D-06340978EAC5}" dt="2024-09-03T12:28:16.667" v="306" actId="47"/>
        <pc:sldMkLst>
          <pc:docMk/>
          <pc:sldMk cId="1915172756" sldId="6160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1269589545" sldId="6161"/>
        </pc:sldMkLst>
      </pc:sldChg>
      <pc:sldChg chg="new del">
        <pc:chgData name="Manish Ramjeawon" userId="530ca382-ae44-4c47-aaca-bb6bff7153ab" providerId="ADAL" clId="{936D9B8D-8FEA-43B8-9E8D-06340978EAC5}" dt="2024-09-03T12:32:46.434" v="373" actId="47"/>
        <pc:sldMkLst>
          <pc:docMk/>
          <pc:sldMk cId="3587577125" sldId="6161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1963358690" sldId="6169"/>
        </pc:sldMkLst>
      </pc:sldChg>
      <pc:sldChg chg="del">
        <pc:chgData name="Manish Ramjeawon" userId="530ca382-ae44-4c47-aaca-bb6bff7153ab" providerId="ADAL" clId="{936D9B8D-8FEA-43B8-9E8D-06340978EAC5}" dt="2024-09-02T12:33:43.889" v="50" actId="47"/>
        <pc:sldMkLst>
          <pc:docMk/>
          <pc:sldMk cId="4201380253" sldId="6170"/>
        </pc:sldMkLst>
      </pc:sldChg>
      <pc:sldChg chg="del">
        <pc:chgData name="Manish Ramjeawon" userId="530ca382-ae44-4c47-aaca-bb6bff7153ab" providerId="ADAL" clId="{936D9B8D-8FEA-43B8-9E8D-06340978EAC5}" dt="2024-09-02T12:33:45.195" v="51" actId="47"/>
        <pc:sldMkLst>
          <pc:docMk/>
          <pc:sldMk cId="1137999583" sldId="6171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810080839" sldId="6175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2135715874" sldId="6176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325359723" sldId="6177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3644808325" sldId="6179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2405104160" sldId="6180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4119020478" sldId="6181"/>
        </pc:sldMkLst>
      </pc:sldChg>
      <pc:sldChg chg="del">
        <pc:chgData name="Manish Ramjeawon" userId="530ca382-ae44-4c47-aaca-bb6bff7153ab" providerId="ADAL" clId="{936D9B8D-8FEA-43B8-9E8D-06340978EAC5}" dt="2024-09-02T12:33:42.756" v="49" actId="47"/>
        <pc:sldMkLst>
          <pc:docMk/>
          <pc:sldMk cId="2243316350" sldId="6183"/>
        </pc:sldMkLst>
      </pc:sldChg>
      <pc:sldChg chg="del">
        <pc:chgData name="Manish Ramjeawon" userId="530ca382-ae44-4c47-aaca-bb6bff7153ab" providerId="ADAL" clId="{936D9B8D-8FEA-43B8-9E8D-06340978EAC5}" dt="2024-09-02T12:33:43.889" v="50" actId="47"/>
        <pc:sldMkLst>
          <pc:docMk/>
          <pc:sldMk cId="1687052846" sldId="6186"/>
        </pc:sldMkLst>
      </pc:sldChg>
      <pc:sldChg chg="del">
        <pc:chgData name="Manish Ramjeawon" userId="530ca382-ae44-4c47-aaca-bb6bff7153ab" providerId="ADAL" clId="{936D9B8D-8FEA-43B8-9E8D-06340978EAC5}" dt="2024-09-02T12:33:43.889" v="50" actId="47"/>
        <pc:sldMkLst>
          <pc:docMk/>
          <pc:sldMk cId="1298911114" sldId="6187"/>
        </pc:sldMkLst>
      </pc:sldChg>
      <pc:sldChg chg="del">
        <pc:chgData name="Manish Ramjeawon" userId="530ca382-ae44-4c47-aaca-bb6bff7153ab" providerId="ADAL" clId="{936D9B8D-8FEA-43B8-9E8D-06340978EAC5}" dt="2024-09-02T12:33:45.195" v="51" actId="47"/>
        <pc:sldMkLst>
          <pc:docMk/>
          <pc:sldMk cId="2738679399" sldId="6189"/>
        </pc:sldMkLst>
      </pc:sldChg>
      <pc:sldChg chg="del">
        <pc:chgData name="Manish Ramjeawon" userId="530ca382-ae44-4c47-aaca-bb6bff7153ab" providerId="ADAL" clId="{936D9B8D-8FEA-43B8-9E8D-06340978EAC5}" dt="2024-09-02T12:33:45.195" v="51" actId="47"/>
        <pc:sldMkLst>
          <pc:docMk/>
          <pc:sldMk cId="1420572037" sldId="6190"/>
        </pc:sldMkLst>
      </pc:sldChg>
      <pc:sldChg chg="addSp delSp modSp add mod">
        <pc:chgData name="Manish Ramjeawon" userId="530ca382-ae44-4c47-aaca-bb6bff7153ab" providerId="ADAL" clId="{936D9B8D-8FEA-43B8-9E8D-06340978EAC5}" dt="2024-09-03T14:44:30.967" v="1945" actId="27918"/>
        <pc:sldMkLst>
          <pc:docMk/>
          <pc:sldMk cId="2662650001" sldId="2147475250"/>
        </pc:sldMkLst>
      </pc:sldChg>
      <pc:sldChg chg="addSp delSp modSp add mod">
        <pc:chgData name="Manish Ramjeawon" userId="530ca382-ae44-4c47-aaca-bb6bff7153ab" providerId="ADAL" clId="{936D9B8D-8FEA-43B8-9E8D-06340978EAC5}" dt="2024-09-03T14:45:30.218" v="1955" actId="20577"/>
        <pc:sldMkLst>
          <pc:docMk/>
          <pc:sldMk cId="2347677598" sldId="2147475251"/>
        </pc:sldMkLst>
      </pc:sldChg>
      <pc:sldChg chg="addSp delSp modSp add mod">
        <pc:chgData name="Manish Ramjeawon" userId="530ca382-ae44-4c47-aaca-bb6bff7153ab" providerId="ADAL" clId="{936D9B8D-8FEA-43B8-9E8D-06340978EAC5}" dt="2024-09-03T14:42:37.488" v="1902" actId="20577"/>
        <pc:sldMkLst>
          <pc:docMk/>
          <pc:sldMk cId="4213316482" sldId="2147475252"/>
        </pc:sldMkLst>
      </pc:sldChg>
      <pc:sldChg chg="modSp add mod">
        <pc:chgData name="Manish Ramjeawon" userId="530ca382-ae44-4c47-aaca-bb6bff7153ab" providerId="ADAL" clId="{936D9B8D-8FEA-43B8-9E8D-06340978EAC5}" dt="2024-09-03T12:29:11.199" v="369" actId="13926"/>
        <pc:sldMkLst>
          <pc:docMk/>
          <pc:sldMk cId="4200335328" sldId="2147475253"/>
        </pc:sldMkLst>
      </pc:sldChg>
      <pc:sldChg chg="addSp delSp modSp add del mod">
        <pc:chgData name="Manish Ramjeawon" userId="530ca382-ae44-4c47-aaca-bb6bff7153ab" providerId="ADAL" clId="{936D9B8D-8FEA-43B8-9E8D-06340978EAC5}" dt="2024-09-03T12:52:59.661" v="453" actId="47"/>
        <pc:sldMkLst>
          <pc:docMk/>
          <pc:sldMk cId="3281793607" sldId="2147475283"/>
        </pc:sldMkLst>
      </pc:sldChg>
      <pc:sldChg chg="addSp delSp modSp add mod ord">
        <pc:chgData name="Manish Ramjeawon" userId="530ca382-ae44-4c47-aaca-bb6bff7153ab" providerId="ADAL" clId="{936D9B8D-8FEA-43B8-9E8D-06340978EAC5}" dt="2024-09-03T14:39:37.346" v="1823" actId="20577"/>
        <pc:sldMkLst>
          <pc:docMk/>
          <pc:sldMk cId="2444050625" sldId="2147475296"/>
        </pc:sldMkLst>
      </pc:sldChg>
      <pc:sldChg chg="addSp delSp modSp add mod ord">
        <pc:chgData name="Manish Ramjeawon" userId="530ca382-ae44-4c47-aaca-bb6bff7153ab" providerId="ADAL" clId="{936D9B8D-8FEA-43B8-9E8D-06340978EAC5}" dt="2024-09-03T14:39:44.873" v="1825" actId="20577"/>
        <pc:sldMkLst>
          <pc:docMk/>
          <pc:sldMk cId="682277975" sldId="2147475361"/>
        </pc:sldMkLst>
      </pc:sldChg>
      <pc:sldChg chg="addSp delSp modSp add mod">
        <pc:chgData name="Manish Ramjeawon" userId="530ca382-ae44-4c47-aaca-bb6bff7153ab" providerId="ADAL" clId="{936D9B8D-8FEA-43B8-9E8D-06340978EAC5}" dt="2024-09-03T14:39:50.547" v="1828" actId="20577"/>
        <pc:sldMkLst>
          <pc:docMk/>
          <pc:sldMk cId="1831767500" sldId="2147475377"/>
        </pc:sldMkLst>
      </pc:sldChg>
      <pc:sldChg chg="addSp delSp modSp add mod">
        <pc:chgData name="Manish Ramjeawon" userId="530ca382-ae44-4c47-aaca-bb6bff7153ab" providerId="ADAL" clId="{936D9B8D-8FEA-43B8-9E8D-06340978EAC5}" dt="2024-09-03T14:47:30.193" v="1977" actId="20577"/>
        <pc:sldMkLst>
          <pc:docMk/>
          <pc:sldMk cId="4114834413" sldId="2147475379"/>
        </pc:sldMkLst>
      </pc:sldChg>
      <pc:sldChg chg="addSp delSp modSp add mod setBg">
        <pc:chgData name="Manish Ramjeawon" userId="530ca382-ae44-4c47-aaca-bb6bff7153ab" providerId="ADAL" clId="{936D9B8D-8FEA-43B8-9E8D-06340978EAC5}" dt="2024-09-03T14:39:31.534" v="1821" actId="20577"/>
        <pc:sldMkLst>
          <pc:docMk/>
          <pc:sldMk cId="3768235913" sldId="2147475386"/>
        </pc:sldMkLst>
      </pc:sldChg>
      <pc:sldChg chg="addSp delSp modSp add mod">
        <pc:chgData name="Manish Ramjeawon" userId="530ca382-ae44-4c47-aaca-bb6bff7153ab" providerId="ADAL" clId="{936D9B8D-8FEA-43B8-9E8D-06340978EAC5}" dt="2024-09-03T14:46:10.293" v="1959" actId="5793"/>
        <pc:sldMkLst>
          <pc:docMk/>
          <pc:sldMk cId="4263534229" sldId="2147475390"/>
        </pc:sldMkLst>
      </pc:sldChg>
      <pc:sldChg chg="addSp delSp modSp add mod">
        <pc:chgData name="Manish Ramjeawon" userId="530ca382-ae44-4c47-aaca-bb6bff7153ab" providerId="ADAL" clId="{936D9B8D-8FEA-43B8-9E8D-06340978EAC5}" dt="2024-09-03T14:46:51.558" v="1964" actId="20577"/>
        <pc:sldMkLst>
          <pc:docMk/>
          <pc:sldMk cId="3252633859" sldId="2147475392"/>
        </pc:sldMkLst>
      </pc:sldChg>
      <pc:sldChg chg="modSp add del mod">
        <pc:chgData name="Manish Ramjeawon" userId="530ca382-ae44-4c47-aaca-bb6bff7153ab" providerId="ADAL" clId="{936D9B8D-8FEA-43B8-9E8D-06340978EAC5}" dt="2024-09-03T13:20:47.238" v="811" actId="47"/>
        <pc:sldMkLst>
          <pc:docMk/>
          <pc:sldMk cId="2946285711" sldId="2147475393"/>
        </pc:sldMkLst>
      </pc:sldChg>
      <pc:sldChg chg="modSp add mod">
        <pc:chgData name="Manish Ramjeawon" userId="530ca382-ae44-4c47-aaca-bb6bff7153ab" providerId="ADAL" clId="{936D9B8D-8FEA-43B8-9E8D-06340978EAC5}" dt="2024-09-03T13:21:58.037" v="824" actId="403"/>
        <pc:sldMkLst>
          <pc:docMk/>
          <pc:sldMk cId="770237139" sldId="2147475447"/>
        </pc:sldMkLst>
      </pc:sldChg>
      <pc:sldChg chg="addSp delSp modSp add mod">
        <pc:chgData name="Manish Ramjeawon" userId="530ca382-ae44-4c47-aaca-bb6bff7153ab" providerId="ADAL" clId="{936D9B8D-8FEA-43B8-9E8D-06340978EAC5}" dt="2024-09-03T14:39:28.683" v="1820" actId="404"/>
        <pc:sldMkLst>
          <pc:docMk/>
          <pc:sldMk cId="2302555278" sldId="2147481278"/>
        </pc:sldMkLst>
      </pc:sldChg>
      <pc:sldChg chg="add del">
        <pc:chgData name="Manish Ramjeawon" userId="530ca382-ae44-4c47-aaca-bb6bff7153ab" providerId="ADAL" clId="{936D9B8D-8FEA-43B8-9E8D-06340978EAC5}" dt="2024-09-03T12:44:23.645" v="445"/>
        <pc:sldMkLst>
          <pc:docMk/>
          <pc:sldMk cId="828842327" sldId="2147481279"/>
        </pc:sldMkLst>
      </pc:sldChg>
      <pc:sldChg chg="modSp add mod">
        <pc:chgData name="Manish Ramjeawon" userId="530ca382-ae44-4c47-aaca-bb6bff7153ab" providerId="ADAL" clId="{936D9B8D-8FEA-43B8-9E8D-06340978EAC5}" dt="2024-09-03T12:54:06.867" v="501" actId="207"/>
        <pc:sldMkLst>
          <pc:docMk/>
          <pc:sldMk cId="2266851825" sldId="2147481279"/>
        </pc:sldMkLst>
      </pc:sldChg>
      <pc:sldChg chg="modSp add mod">
        <pc:chgData name="Manish Ramjeawon" userId="530ca382-ae44-4c47-aaca-bb6bff7153ab" providerId="ADAL" clId="{936D9B8D-8FEA-43B8-9E8D-06340978EAC5}" dt="2024-09-03T12:54:15.521" v="503" actId="207"/>
        <pc:sldMkLst>
          <pc:docMk/>
          <pc:sldMk cId="3983802567" sldId="2147481280"/>
        </pc:sldMkLst>
      </pc:sldChg>
    </pc:docChg>
  </pc:docChgLst>
  <pc:docChgLst>
    <pc:chgData name="Manish Ramjeawon" userId="530ca382-ae44-4c47-aaca-bb6bff7153ab" providerId="ADAL" clId="{7AC8ACFA-AF55-4F9A-A571-44F8BED93D9E}"/>
    <pc:docChg chg="custSel modSld">
      <pc:chgData name="Manish Ramjeawon" userId="530ca382-ae44-4c47-aaca-bb6bff7153ab" providerId="ADAL" clId="{7AC8ACFA-AF55-4F9A-A571-44F8BED93D9E}" dt="2024-02-07T10:33:19.817" v="111" actId="6549"/>
      <pc:docMkLst>
        <pc:docMk/>
      </pc:docMkLst>
      <pc:sldChg chg="modSp mod">
        <pc:chgData name="Manish Ramjeawon" userId="530ca382-ae44-4c47-aaca-bb6bff7153ab" providerId="ADAL" clId="{7AC8ACFA-AF55-4F9A-A571-44F8BED93D9E}" dt="2024-02-07T06:30:14.377" v="53" actId="20577"/>
        <pc:sldMkLst>
          <pc:docMk/>
          <pc:sldMk cId="3651359152" sldId="258"/>
        </pc:sldMkLst>
      </pc:sldChg>
      <pc:sldChg chg="modSp mod">
        <pc:chgData name="Manish Ramjeawon" userId="530ca382-ae44-4c47-aaca-bb6bff7153ab" providerId="ADAL" clId="{7AC8ACFA-AF55-4F9A-A571-44F8BED93D9E}" dt="2024-02-07T10:33:19.817" v="111" actId="6549"/>
        <pc:sldMkLst>
          <pc:docMk/>
          <pc:sldMk cId="1538911399" sldId="6159"/>
        </pc:sldMkLst>
      </pc:sldChg>
    </pc:docChg>
  </pc:docChgLst>
  <pc:docChgLst>
    <pc:chgData name="Manish Ramjeawon" userId="530ca382-ae44-4c47-aaca-bb6bff7153ab" providerId="ADAL" clId="{FB4E8145-62B7-4321-BD0E-FFF296543981}"/>
    <pc:docChg chg="undo custSel addSld delSld modSld delSection modSection">
      <pc:chgData name="Manish Ramjeawon" userId="530ca382-ae44-4c47-aaca-bb6bff7153ab" providerId="ADAL" clId="{FB4E8145-62B7-4321-BD0E-FFF296543981}" dt="2025-06-19T09:42:53.020" v="64" actId="20577"/>
      <pc:docMkLst>
        <pc:docMk/>
      </pc:docMkLst>
      <pc:sldChg chg="modSp add del mod">
        <pc:chgData name="Manish Ramjeawon" userId="530ca382-ae44-4c47-aaca-bb6bff7153ab" providerId="ADAL" clId="{FB4E8145-62B7-4321-BD0E-FFF296543981}" dt="2025-06-19T09:42:53.020" v="64" actId="20577"/>
        <pc:sldMkLst>
          <pc:docMk/>
          <pc:sldMk cId="3651359152" sldId="258"/>
        </pc:sldMkLst>
        <pc:spChg chg="mod">
          <ac:chgData name="Manish Ramjeawon" userId="530ca382-ae44-4c47-aaca-bb6bff7153ab" providerId="ADAL" clId="{FB4E8145-62B7-4321-BD0E-FFF296543981}" dt="2025-06-19T09:42:45.308" v="58" actId="20577"/>
          <ac:spMkLst>
            <pc:docMk/>
            <pc:sldMk cId="3651359152" sldId="258"/>
            <ac:spMk id="2" creationId="{C3259556-F505-4A76-871D-ECDBBDFB7094}"/>
          </ac:spMkLst>
        </pc:spChg>
        <pc:spChg chg="mod">
          <ac:chgData name="Manish Ramjeawon" userId="530ca382-ae44-4c47-aaca-bb6bff7153ab" providerId="ADAL" clId="{FB4E8145-62B7-4321-BD0E-FFF296543981}" dt="2025-06-19T09:42:53.020" v="64" actId="20577"/>
          <ac:spMkLst>
            <pc:docMk/>
            <pc:sldMk cId="3651359152" sldId="258"/>
            <ac:spMk id="4" creationId="{84C6D5C9-AF7A-64C8-EAFD-9DA54C090FB0}"/>
          </ac:spMkLst>
        </pc:spChg>
      </pc:sldChg>
      <pc:sldChg chg="del">
        <pc:chgData name="Manish Ramjeawon" userId="530ca382-ae44-4c47-aaca-bb6bff7153ab" providerId="ADAL" clId="{FB4E8145-62B7-4321-BD0E-FFF296543981}" dt="2025-06-19T09:42:21.202" v="2" actId="47"/>
        <pc:sldMkLst>
          <pc:docMk/>
          <pc:sldMk cId="2662650001" sldId="2147475250"/>
        </pc:sldMkLst>
      </pc:sldChg>
      <pc:sldChg chg="del">
        <pc:chgData name="Manish Ramjeawon" userId="530ca382-ae44-4c47-aaca-bb6bff7153ab" providerId="ADAL" clId="{FB4E8145-62B7-4321-BD0E-FFF296543981}" dt="2025-06-19T09:42:21.850" v="4" actId="47"/>
        <pc:sldMkLst>
          <pc:docMk/>
          <pc:sldMk cId="2347677598" sldId="2147475251"/>
        </pc:sldMkLst>
      </pc:sldChg>
      <pc:sldChg chg="del">
        <pc:chgData name="Manish Ramjeawon" userId="530ca382-ae44-4c47-aaca-bb6bff7153ab" providerId="ADAL" clId="{FB4E8145-62B7-4321-BD0E-FFF296543981}" dt="2025-06-19T09:42:21.565" v="3" actId="47"/>
        <pc:sldMkLst>
          <pc:docMk/>
          <pc:sldMk cId="4213316482" sldId="2147475252"/>
        </pc:sldMkLst>
      </pc:sldChg>
      <pc:sldChg chg="del">
        <pc:chgData name="Manish Ramjeawon" userId="530ca382-ae44-4c47-aaca-bb6bff7153ab" providerId="ADAL" clId="{FB4E8145-62B7-4321-BD0E-FFF296543981}" dt="2025-06-19T09:42:20.082" v="0" actId="47"/>
        <pc:sldMkLst>
          <pc:docMk/>
          <pc:sldMk cId="4200335328" sldId="2147475253"/>
        </pc:sldMkLst>
      </pc:sldChg>
      <pc:sldChg chg="del">
        <pc:chgData name="Manish Ramjeawon" userId="530ca382-ae44-4c47-aaca-bb6bff7153ab" providerId="ADAL" clId="{FB4E8145-62B7-4321-BD0E-FFF296543981}" dt="2025-06-19T09:42:23.075" v="10" actId="47"/>
        <pc:sldMkLst>
          <pc:docMk/>
          <pc:sldMk cId="2444050625" sldId="2147475296"/>
        </pc:sldMkLst>
      </pc:sldChg>
      <pc:sldChg chg="del">
        <pc:chgData name="Manish Ramjeawon" userId="530ca382-ae44-4c47-aaca-bb6bff7153ab" providerId="ADAL" clId="{FB4E8145-62B7-4321-BD0E-FFF296543981}" dt="2025-06-19T09:42:23.375" v="12" actId="47"/>
        <pc:sldMkLst>
          <pc:docMk/>
          <pc:sldMk cId="682277975" sldId="2147475361"/>
        </pc:sldMkLst>
      </pc:sldChg>
      <pc:sldChg chg="del">
        <pc:chgData name="Manish Ramjeawon" userId="530ca382-ae44-4c47-aaca-bb6bff7153ab" providerId="ADAL" clId="{FB4E8145-62B7-4321-BD0E-FFF296543981}" dt="2025-06-19T09:42:23.520" v="13" actId="47"/>
        <pc:sldMkLst>
          <pc:docMk/>
          <pc:sldMk cId="1831767500" sldId="2147475377"/>
        </pc:sldMkLst>
      </pc:sldChg>
      <pc:sldChg chg="del">
        <pc:chgData name="Manish Ramjeawon" userId="530ca382-ae44-4c47-aaca-bb6bff7153ab" providerId="ADAL" clId="{FB4E8145-62B7-4321-BD0E-FFF296543981}" dt="2025-06-19T09:42:23.677" v="14" actId="47"/>
        <pc:sldMkLst>
          <pc:docMk/>
          <pc:sldMk cId="4114834413" sldId="2147475379"/>
        </pc:sldMkLst>
      </pc:sldChg>
      <pc:sldChg chg="del">
        <pc:chgData name="Manish Ramjeawon" userId="530ca382-ae44-4c47-aaca-bb6bff7153ab" providerId="ADAL" clId="{FB4E8145-62B7-4321-BD0E-FFF296543981}" dt="2025-06-19T09:42:22.504" v="7" actId="47"/>
        <pc:sldMkLst>
          <pc:docMk/>
          <pc:sldMk cId="3768235913" sldId="2147475386"/>
        </pc:sldMkLst>
      </pc:sldChg>
      <pc:sldChg chg="del">
        <pc:chgData name="Manish Ramjeawon" userId="530ca382-ae44-4c47-aaca-bb6bff7153ab" providerId="ADAL" clId="{FB4E8145-62B7-4321-BD0E-FFF296543981}" dt="2025-06-19T09:42:22.884" v="9" actId="47"/>
        <pc:sldMkLst>
          <pc:docMk/>
          <pc:sldMk cId="4263534229" sldId="2147475390"/>
        </pc:sldMkLst>
      </pc:sldChg>
      <pc:sldChg chg="del">
        <pc:chgData name="Manish Ramjeawon" userId="530ca382-ae44-4c47-aaca-bb6bff7153ab" providerId="ADAL" clId="{FB4E8145-62B7-4321-BD0E-FFF296543981}" dt="2025-06-19T09:42:23.229" v="11" actId="47"/>
        <pc:sldMkLst>
          <pc:docMk/>
          <pc:sldMk cId="3252633859" sldId="2147475392"/>
        </pc:sldMkLst>
      </pc:sldChg>
      <pc:sldChg chg="del">
        <pc:chgData name="Manish Ramjeawon" userId="530ca382-ae44-4c47-aaca-bb6bff7153ab" providerId="ADAL" clId="{FB4E8145-62B7-4321-BD0E-FFF296543981}" dt="2025-06-19T09:42:22.264" v="6" actId="47"/>
        <pc:sldMkLst>
          <pc:docMk/>
          <pc:sldMk cId="770237139" sldId="2147475447"/>
        </pc:sldMkLst>
      </pc:sldChg>
      <pc:sldChg chg="del">
        <pc:chgData name="Manish Ramjeawon" userId="530ca382-ae44-4c47-aaca-bb6bff7153ab" providerId="ADAL" clId="{FB4E8145-62B7-4321-BD0E-FFF296543981}" dt="2025-06-19T09:42:22.719" v="8" actId="47"/>
        <pc:sldMkLst>
          <pc:docMk/>
          <pc:sldMk cId="2302555278" sldId="2147481278"/>
        </pc:sldMkLst>
      </pc:sldChg>
      <pc:sldChg chg="del">
        <pc:chgData name="Manish Ramjeawon" userId="530ca382-ae44-4c47-aaca-bb6bff7153ab" providerId="ADAL" clId="{FB4E8145-62B7-4321-BD0E-FFF296543981}" dt="2025-06-19T09:42:20.692" v="1" actId="47"/>
        <pc:sldMkLst>
          <pc:docMk/>
          <pc:sldMk cId="2266851825" sldId="2147481279"/>
        </pc:sldMkLst>
      </pc:sldChg>
      <pc:sldChg chg="del">
        <pc:chgData name="Manish Ramjeawon" userId="530ca382-ae44-4c47-aaca-bb6bff7153ab" providerId="ADAL" clId="{FB4E8145-62B7-4321-BD0E-FFF296543981}" dt="2025-06-19T09:42:22.056" v="5" actId="47"/>
        <pc:sldMkLst>
          <pc:docMk/>
          <pc:sldMk cId="3983802567" sldId="2147481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8DDBA-0DED-4F13-BD70-D9CD081FA31A}" type="datetimeFigureOut">
              <a:rPr lang="en-ZA" smtClean="0"/>
              <a:t>2025/06/19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D9EDA-B7BD-48E9-8593-D7CCFA1F616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6593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EFAFC6-00F6-49BA-A5D0-4BE14EF35C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056" y="4816800"/>
            <a:ext cx="7751330" cy="720000"/>
          </a:xfrm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056" y="5536800"/>
            <a:ext cx="7751330" cy="720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bg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26D8F-6480-4557-9259-02017E82FDD1}"/>
              </a:ext>
            </a:extLst>
          </p:cNvPr>
          <p:cNvSpPr/>
          <p:nvPr userDrawn="1"/>
        </p:nvSpPr>
        <p:spPr>
          <a:xfrm>
            <a:off x="8176991" y="4935600"/>
            <a:ext cx="3387909" cy="132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/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DD085C3-821D-43EE-9C30-6EBF170EF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760" y="5200649"/>
            <a:ext cx="2797254" cy="79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35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991" y="1233488"/>
            <a:ext cx="4308953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991" y="3602038"/>
            <a:ext cx="4308953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8156513" y="5397300"/>
            <a:ext cx="3387909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 b="1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1D96638-3D4C-45E0-9A82-500308DEF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613" y="5661026"/>
            <a:ext cx="2695318" cy="7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59802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/>
          </a:p>
          <a:p>
            <a:pPr algn="ctr"/>
            <a:endParaRPr lang="en-GB" sz="2800" b="1"/>
          </a:p>
          <a:p>
            <a:pPr algn="ctr"/>
            <a:r>
              <a:rPr lang="en-GB" sz="2800" b="1"/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 userDrawn="1"/>
        </p:nvSpPr>
        <p:spPr>
          <a:xfrm>
            <a:off x="0" y="5583985"/>
            <a:ext cx="94482" cy="8668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436" y="762761"/>
            <a:ext cx="7808508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44D4E672-EFC8-458D-A19C-3712A722E6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43" y="5583985"/>
            <a:ext cx="3065023" cy="86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057" y="44451"/>
            <a:ext cx="9531405" cy="1013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057" y="44451"/>
            <a:ext cx="9531405" cy="1013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0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057" y="44451"/>
            <a:ext cx="9531405" cy="1013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7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057" y="44451"/>
            <a:ext cx="9531405" cy="1013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672" y="6489700"/>
            <a:ext cx="847272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055" y="6489700"/>
            <a:ext cx="10970617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10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45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" y="0"/>
            <a:ext cx="12190999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46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057" y="44451"/>
            <a:ext cx="9493531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57" y="1233488"/>
            <a:ext cx="11817888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7671" y="6520966"/>
            <a:ext cx="847272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1"/>
            <a:ext cx="94685" cy="10890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2279E7CB-7F91-4F79-A5FC-2E35F59B037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795" y="236377"/>
            <a:ext cx="2320336" cy="65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12">
          <p15:clr>
            <a:srgbClr val="F26B43"/>
          </p15:clr>
        </p15:guide>
        <p15:guide id="3" orient="horz" pos="4269">
          <p15:clr>
            <a:srgbClr val="F26B43"/>
          </p15:clr>
        </p15:guide>
        <p15:guide id="4" pos="3650">
          <p15:clr>
            <a:srgbClr val="F26B43"/>
          </p15:clr>
        </p15:guide>
        <p15:guide id="5" pos="7188">
          <p15:clr>
            <a:srgbClr val="F26B43"/>
          </p15:clr>
        </p15:guide>
        <p15:guide id="6" orient="horz" pos="2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777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0">
          <p15:clr>
            <a:srgbClr val="F26B43"/>
          </p15:clr>
        </p15:guide>
        <p15:guide id="11" orient="horz" pos="35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59556-F505-4A76-871D-ECDBBDFB70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Africa International Advisors</a:t>
            </a:r>
            <a:endParaRPr lang="en-GB" sz="1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4C6D5C9-AF7A-64C8-EAFD-9DA54C090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/>
              <a:t>2025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13591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Lato</vt:lpstr>
      <vt:lpstr>1_Office Theme</vt:lpstr>
      <vt:lpstr>Africa International Advisors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practice</dc:title>
  <dc:creator>Manish Ramjeawon</dc:creator>
  <cp:lastModifiedBy>Manish Ramjeawon</cp:lastModifiedBy>
  <cp:revision>1</cp:revision>
  <dcterms:created xsi:type="dcterms:W3CDTF">2024-02-06T08:42:57Z</dcterms:created>
  <dcterms:modified xsi:type="dcterms:W3CDTF">2025-06-19T09:42:53Z</dcterms:modified>
</cp:coreProperties>
</file>